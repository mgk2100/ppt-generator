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4"/>
  </p:notesMasterIdLst>
  <p:sldIdLst>
    <p:sldId id="256" r:id="rId2"/>
    <p:sldId id="314" r:id="rId3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527">
          <p15:clr>
            <a:srgbClr val="A4A3A4"/>
          </p15:clr>
        </p15:guide>
        <p15:guide id="3" orient="horz" pos="3974">
          <p15:clr>
            <a:srgbClr val="A4A3A4"/>
          </p15:clr>
        </p15:guide>
        <p15:guide id="4" pos="3120">
          <p15:clr>
            <a:srgbClr val="A4A3A4"/>
          </p15:clr>
        </p15:guide>
        <p15:guide id="5" pos="172">
          <p15:clr>
            <a:srgbClr val="A4A3A4"/>
          </p15:clr>
        </p15:guide>
        <p15:guide id="6" pos="60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014" autoAdjust="0"/>
    <p:restoredTop sz="87176" autoAdjust="0"/>
  </p:normalViewPr>
  <p:slideViewPr>
    <p:cSldViewPr showGuides="1">
      <p:cViewPr varScale="1">
        <p:scale>
          <a:sx n="123" d="100"/>
          <a:sy n="123" d="100"/>
        </p:scale>
        <p:origin x="1339" y="91"/>
      </p:cViewPr>
      <p:guideLst>
        <p:guide orient="horz" pos="2160"/>
        <p:guide orient="horz" pos="527"/>
        <p:guide orient="horz" pos="3974"/>
        <p:guide pos="3120"/>
        <p:guide pos="172"/>
        <p:guide pos="6068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3864" y="108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0865B8-6288-4184-A9BF-A3164421EED3}" type="datetimeFigureOut">
              <a:rPr lang="ko-KR" altLang="en-US" smtClean="0"/>
              <a:pPr/>
              <a:t>2026-04-21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FA01B-4B59-42FA-83E5-06C4C291362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2058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91" descr="SL_ppt_C"/>
          <p:cNvPicPr>
            <a:picLocks noChangeArrowheads="1"/>
          </p:cNvPicPr>
          <p:nvPr userDrawn="1"/>
        </p:nvPicPr>
        <p:blipFill>
          <a:blip r:embed="rId2" cstate="print"/>
          <a:srcRect b="1047"/>
          <a:stretch>
            <a:fillRect/>
          </a:stretch>
        </p:blipFill>
        <p:spPr bwMode="auto">
          <a:xfrm>
            <a:off x="1" y="0"/>
            <a:ext cx="99036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2000" y="1584000"/>
            <a:ext cx="9396000" cy="811367"/>
          </a:xfrm>
        </p:spPr>
        <p:txBody>
          <a:bodyPr lIns="36000" rIns="36000"/>
          <a:lstStyle>
            <a:lvl1pPr algn="ctr">
              <a:defRPr sz="4800" b="1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40000" y="3886203"/>
            <a:ext cx="7020000" cy="442035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pic>
        <p:nvPicPr>
          <p:cNvPr id="9" name="Picture 57" descr="SL심벌"/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640001" y="5940000"/>
            <a:ext cx="979487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2000" y="180003"/>
            <a:ext cx="9396000" cy="442035"/>
          </a:xfrm>
        </p:spPr>
        <p:txBody>
          <a:bodyPr/>
          <a:lstStyle>
            <a:lvl1pPr>
              <a:defRPr sz="2400" b="1"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0" hasCustomPrompt="1"/>
          </p:nvPr>
        </p:nvSpPr>
        <p:spPr>
          <a:xfrm>
            <a:off x="252001" y="622038"/>
            <a:ext cx="9396000" cy="5795294"/>
          </a:xfrm>
        </p:spPr>
        <p:txBody>
          <a:bodyPr/>
          <a:lstStyle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v"/>
              <a:defRPr sz="2000" b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540000" indent="-285750">
              <a:lnSpc>
                <a:spcPct val="100000"/>
              </a:lnSpc>
              <a:buFont typeface="Wingdings" panose="05000000000000000000" pitchFamily="2" charset="2"/>
              <a:buChar char="l"/>
              <a:defRPr sz="1800" b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  <a:lvl3pPr marL="720000" indent="-228600">
              <a:buFont typeface="현대하모니 L" panose="02020603020101020101" pitchFamily="18" charset="-127"/>
              <a:buChar char="○"/>
              <a:defRPr sz="160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3pPr>
            <a:lvl4pPr marL="900000" indent="-171450" algn="l">
              <a:buFont typeface="Arial" panose="020B0604020202020204" pitchFamily="34" charset="0"/>
              <a:buChar char="■"/>
              <a:defRPr sz="140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4pPr>
            <a:lvl5pPr marL="1080000" indent="-228600">
              <a:buFont typeface="Arial" panose="020B0604020202020204" pitchFamily="34" charset="0"/>
              <a:buChar char="□"/>
              <a:defRPr sz="120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  <a:p>
            <a:pPr lvl="1"/>
            <a:r>
              <a:rPr lang="ko-KR" altLang="en-US" dirty="0" err="1"/>
              <a:t>ㅇ</a:t>
            </a:r>
            <a:endParaRPr lang="en-US" altLang="ko-KR" dirty="0"/>
          </a:p>
          <a:p>
            <a:pPr lvl="2"/>
            <a:r>
              <a:rPr lang="ko-KR" altLang="en-US" dirty="0" err="1"/>
              <a:t>ㅇ</a:t>
            </a:r>
            <a:endParaRPr lang="en-US" altLang="ko-KR" dirty="0"/>
          </a:p>
          <a:p>
            <a:pPr lvl="3"/>
            <a:r>
              <a:rPr lang="ko-KR" altLang="en-US" dirty="0" err="1"/>
              <a:t>ㅇ</a:t>
            </a:r>
            <a:endParaRPr lang="en-US" altLang="ko-KR" dirty="0"/>
          </a:p>
          <a:p>
            <a:pPr lvl="4"/>
            <a:r>
              <a:rPr lang="ko-KR" altLang="en-US" dirty="0" err="1"/>
              <a:t>ㅇ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 (페이지 번호 삭제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직사각형 3"/>
          <p:cNvSpPr/>
          <p:nvPr userDrawn="1"/>
        </p:nvSpPr>
        <p:spPr>
          <a:xfrm>
            <a:off x="5328000" y="6552000"/>
            <a:ext cx="1080000" cy="25200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252000" y="180003"/>
            <a:ext cx="9396000" cy="411257"/>
          </a:xfrm>
          <a:prstGeom prst="rect">
            <a:avLst/>
          </a:prstGeom>
        </p:spPr>
        <p:txBody>
          <a:bodyPr vert="horz" lIns="36000" tIns="36000" rIns="36000" bIns="36000" rtlCol="0" anchor="t" anchorCtr="0">
            <a:sp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51999" y="792000"/>
            <a:ext cx="9396001" cy="288147"/>
          </a:xfrm>
          <a:prstGeom prst="rect">
            <a:avLst/>
          </a:prstGeom>
        </p:spPr>
        <p:txBody>
          <a:bodyPr vert="horz" wrap="square" lIns="108000" tIns="36000" rIns="108000" bIns="36000" rtlCol="0">
            <a:sp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5328000" y="6552000"/>
            <a:ext cx="1170000" cy="252000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679B8-E508-496F-9374-50C23453982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/ 00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252000" y="612000"/>
            <a:ext cx="939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271727" y="6516000"/>
            <a:ext cx="936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바닥글 개체 틀 4"/>
          <p:cNvSpPr txBox="1">
            <a:spLocks/>
          </p:cNvSpPr>
          <p:nvPr userDrawn="1"/>
        </p:nvSpPr>
        <p:spPr>
          <a:xfrm>
            <a:off x="7308000" y="6552000"/>
            <a:ext cx="2340000" cy="252000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SDP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센터</a:t>
            </a:r>
          </a:p>
        </p:txBody>
      </p:sp>
      <p:pic>
        <p:nvPicPr>
          <p:cNvPr id="12" name="Picture 18" descr="SL심벌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141685" y="232632"/>
            <a:ext cx="490042" cy="305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바닥글 개체 틀 4"/>
          <p:cNvSpPr txBox="1">
            <a:spLocks/>
          </p:cNvSpPr>
          <p:nvPr userDrawn="1"/>
        </p:nvSpPr>
        <p:spPr>
          <a:xfrm>
            <a:off x="251999" y="6534000"/>
            <a:ext cx="5040000" cy="288000"/>
          </a:xfrm>
          <a:prstGeom prst="rect">
            <a:avLst/>
          </a:prstGeom>
        </p:spPr>
        <p:txBody>
          <a:bodyPr vert="horz" wrap="square" lIns="36000" tIns="36000" rIns="36000" bIns="36000" rtlCol="0" anchor="t" anchorCtr="0">
            <a:noAutofit/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" pitchFamily="34" charset="0"/>
              </a:rPr>
              <a:t>SL Corporation Confidential.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" pitchFamily="34" charset="0"/>
              </a:rPr>
              <a:t>The Contents may only be passed on, used or made known with our express permission. All rights reserved.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1" hangingPunct="1">
        <a:spcBef>
          <a:spcPct val="0"/>
        </a:spcBef>
        <a:buNone/>
        <a:defRPr sz="22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</p:titleStyle>
    <p:bodyStyle>
      <a:lvl1pPr marL="0" indent="0" algn="l" defTabSz="914400" rtl="0" eaLnBrk="1" latinLnBrk="1" hangingPunct="1">
        <a:spcBef>
          <a:spcPts val="0"/>
        </a:spcBef>
        <a:buClr>
          <a:schemeClr val="tx1"/>
        </a:buClr>
        <a:buFontTx/>
        <a:buNone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2000" y="1584000"/>
            <a:ext cx="9396000" cy="811367"/>
          </a:xfrm>
        </p:spPr>
        <p:txBody>
          <a:bodyPr/>
          <a:lstStyle/>
          <a:p>
            <a:r>
              <a:rPr lang="ko-KR" altLang="en-US" sz="4800" b="1" dirty="0"/>
              <a:t>주제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2026. 04. 21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609310" y="5985284"/>
            <a:ext cx="6681380" cy="442035"/>
          </a:xfrm>
          <a:prstGeom prst="rect">
            <a:avLst/>
          </a:prstGeom>
          <a:noFill/>
        </p:spPr>
        <p:txBody>
          <a:bodyPr wrap="square" lIns="108000" tIns="36000" rIns="108000" bIns="36000" rtlCol="0">
            <a:spAutoFit/>
          </a:bodyPr>
          <a:lstStyle/>
          <a:p>
            <a:pPr algn="ctr"/>
            <a:r>
              <a:rPr lang="ko-KR" altLang="en-US" sz="2400" b="1" dirty="0">
                <a:latin typeface="맑은 고딕" pitchFamily="50" charset="-127"/>
                <a:ea typeface="맑은 고딕" pitchFamily="50" charset="-127"/>
              </a:rPr>
              <a:t>미래융합설계센터 알고리즘개발팀 강민규 책임</a:t>
            </a:r>
            <a:endParaRPr lang="ko-KR" altLang="en-US" sz="24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31701" y="360000"/>
            <a:ext cx="3097103" cy="272758"/>
          </a:xfrm>
          <a:prstGeom prst="rect">
            <a:avLst/>
          </a:prstGeom>
          <a:noFill/>
        </p:spPr>
        <p:txBody>
          <a:bodyPr wrap="none" lIns="108000" tIns="36000" rIns="108000" bIns="36000" rtlCol="0">
            <a:spAutoFit/>
          </a:bodyPr>
          <a:lstStyle/>
          <a:p>
            <a:pPr algn="r"/>
            <a:r>
              <a:rPr lang="ko-KR" altLang="en-US" sz="13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□ 의사결정    □ 보고    ■ 정보공유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5F2DB-4413-5FC8-2F5B-4CE84C176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883E72-1E69-F28A-546B-232AC624A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180003"/>
            <a:ext cx="9396000" cy="442035"/>
          </a:xfrm>
        </p:spPr>
        <p:txBody>
          <a:bodyPr/>
          <a:lstStyle/>
          <a:p>
            <a:r>
              <a:rPr lang="en-US" altLang="ko-KR" dirty="0"/>
              <a:t>LLM </a:t>
            </a:r>
            <a:r>
              <a:rPr lang="ko-KR" altLang="en-US" dirty="0"/>
              <a:t>관련 기술 문서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41B24F-FC5C-1E1B-C5D3-B839C413D8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52001" y="622038"/>
            <a:ext cx="9396000" cy="474865"/>
          </a:xfrm>
        </p:spPr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2926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rebuchet MS &amp; 휴먼모음T">
      <a:majorFont>
        <a:latin typeface="Trebuchet MS"/>
        <a:ea typeface="휴먼모음T"/>
        <a:cs typeface=""/>
      </a:majorFont>
      <a:minorFont>
        <a:latin typeface="Trebuchet MS"/>
        <a:ea typeface="휴먼모음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bg1">
              <a:lumMod val="65000"/>
            </a:schemeClr>
          </a:solidFill>
        </a:ln>
        <a:effectLst>
          <a:outerShdw dist="25400" dir="2700000" algn="ctr" rotWithShape="0">
            <a:schemeClr val="bg1">
              <a:lumMod val="50000"/>
            </a:schemeClr>
          </a:outerShdw>
        </a:effectLst>
      </a:spPr>
      <a:bodyPr lIns="108000" tIns="36000" rIns="108000" bIns="36000" rtlCol="0" anchor="ctr"/>
      <a:lstStyle>
        <a:defPPr algn="ctr">
          <a:defRPr sz="1200" dirty="0">
            <a:solidFill>
              <a:schemeClr val="tx1"/>
            </a:solidFill>
            <a:latin typeface="Trebuchet MS" pitchFamily="34" charset="0"/>
            <a:ea typeface="휴먼모음T" pitchFamily="18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08000" tIns="36000" rIns="108000" bIns="36000" rtlCol="0">
        <a:spAutoFit/>
      </a:bodyPr>
      <a:lstStyle>
        <a:defPPr>
          <a:defRPr sz="1200" dirty="0" err="1" smtClean="0">
            <a:solidFill>
              <a:schemeClr val="tx1"/>
            </a:solidFill>
            <a:latin typeface="Trebuchet MS" pitchFamily="34" charset="0"/>
            <a:ea typeface="휴먼모음T" pitchFamily="18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4c3e313d-adbc-460d-92e1-b20580541235}" enabled="1" method="Privileged" siteId="{f8cedb79-e3e0-481e-be04-2a5cc79f6b1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10482</TotalTime>
  <Words>20</Words>
  <Application>Microsoft Office PowerPoint</Application>
  <PresentationFormat>A4 용지(210x297mm)</PresentationFormat>
  <Paragraphs>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맑은 고딕</vt:lpstr>
      <vt:lpstr>현대하모니 L</vt:lpstr>
      <vt:lpstr>현대하모니 M</vt:lpstr>
      <vt:lpstr>Arial</vt:lpstr>
      <vt:lpstr>Trebuchet MS</vt:lpstr>
      <vt:lpstr>Wingdings</vt:lpstr>
      <vt:lpstr>Office 테마</vt:lpstr>
      <vt:lpstr>주제</vt:lpstr>
      <vt:lpstr>LLM 관련 기술 문서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bealmighty</dc:creator>
  <cp:lastModifiedBy>Mingyu Kang(강민규)[Algorithm Development Team]</cp:lastModifiedBy>
  <cp:revision>614</cp:revision>
  <dcterms:created xsi:type="dcterms:W3CDTF">2010-01-22T06:43:33Z</dcterms:created>
  <dcterms:modified xsi:type="dcterms:W3CDTF">2026-04-21T04:51:54Z</dcterms:modified>
</cp:coreProperties>
</file>