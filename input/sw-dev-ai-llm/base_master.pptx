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21"/>
  </p:notesMasterIdLst>
  <p:sldIdLst/>
  <p:sldSz cx="12192000" cy="6858000"/>
  <p:notesSz cx="6807200" cy="9939338"/>
  <p:custShowLst>
    <p:custShow name="1.고객NDA관리체계" id="0">
      <p:sldLst/>
    </p:custShow>
    <p:custShow name="2.로봇대외소통운영체계" id="1">
      <p:sldLst/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8A7B27D-4895-48C8-96B0-4FAA96803FFE}">
          <p14:sldIdLst>
            <p14:sldId id="263"/>
            <p14:sldId id="2147470828"/>
            <p14:sldId id="2147470835"/>
            <p14:sldId id="2147470759"/>
            <p14:sldId id="2147470840"/>
            <p14:sldId id="2147470838"/>
            <p14:sldId id="2147470827"/>
            <p14:sldId id="2147470754"/>
            <p14:sldId id="2147470778"/>
            <p14:sldId id="2147470776"/>
            <p14:sldId id="2147470855"/>
            <p14:sldId id="2147470851"/>
            <p14:sldId id="2147470853"/>
            <p14:sldId id="2147470773"/>
            <p14:sldId id="2147470847"/>
            <p14:sldId id="2147470846"/>
          </p14:sldIdLst>
        </p14:section>
      </p14:sectionLst>
    </p:ext>
    <p:ext uri="{EFAFB233-063F-42B5-8137-9DF3F51BA10A}">
      <p15:sldGuideLst xmlns:p15="http://schemas.microsoft.com/office/powerpoint/2012/main">
        <p15:guide id="1" pos="211" userDrawn="1">
          <p15:clr>
            <a:srgbClr val="A4A3A4"/>
          </p15:clr>
        </p15:guide>
        <p15:guide id="2" pos="7478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2E9"/>
    <a:srgbClr val="075AAC"/>
    <a:srgbClr val="0C5DD1"/>
    <a:srgbClr val="6EB4F7"/>
    <a:srgbClr val="A9B9C8"/>
    <a:srgbClr val="9EAEBE"/>
    <a:srgbClr val="002181"/>
    <a:srgbClr val="0042D3"/>
    <a:srgbClr val="0546DC"/>
    <a:srgbClr val="053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37" autoAdjust="0"/>
    <p:restoredTop sz="88715" autoAdjust="0"/>
  </p:normalViewPr>
  <p:slideViewPr>
    <p:cSldViewPr snapToGrid="0">
      <p:cViewPr varScale="1">
        <p:scale>
          <a:sx n="92" d="100"/>
          <a:sy n="92" d="100"/>
        </p:scale>
        <p:origin x="91" y="82"/>
      </p:cViewPr>
      <p:guideLst>
        <p:guide pos="211"/>
        <p:guide pos="7478"/>
        <p:guide orient="horz" pos="15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0"/>
        <p:guide pos="214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205FEB22-91EC-4C75-9C96-9A2D52CB21BA}" type="datetimeFigureOut">
              <a:rPr lang="ko-KR" altLang="en-US" smtClean="0"/>
              <a:pPr/>
              <a:t>2026-09-02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B92D91C1-800D-4762-940B-83A67F9DA90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461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514D2-0A53-4595-9141-811ACD4C19B9}" type="datetimeFigureOut">
              <a:rPr lang="ko-KR" altLang="en-US" smtClean="0"/>
              <a:pPr/>
              <a:t>2026-09-02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8E146-8BA9-40DE-986D-7CA8BDEFB03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628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3C66D59-CBEB-0E4A-810B-AC11EDED3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153" y="180006"/>
            <a:ext cx="11564308" cy="68210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sp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F9FC47-B408-67D4-3D1D-E90EED40C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53" y="792002"/>
            <a:ext cx="11564308" cy="460502"/>
          </a:xfrm>
          <a:prstGeom prst="rect">
            <a:avLst/>
          </a:prstGeom>
        </p:spPr>
        <p:txBody>
          <a:bodyPr vert="horz" lIns="108000" tIns="36000" rIns="108000" bIns="36000" rtlCol="0">
            <a:sp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A22825E-DFB0-F33F-EB46-C1D1D7F8096E}"/>
              </a:ext>
            </a:extLst>
          </p:cNvPr>
          <p:cNvCxnSpPr/>
          <p:nvPr userDrawn="1"/>
        </p:nvCxnSpPr>
        <p:spPr>
          <a:xfrm>
            <a:off x="310153" y="612000"/>
            <a:ext cx="115643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2FEFA407-7CF1-5094-B493-9D60AB0285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815" y="287810"/>
            <a:ext cx="429765" cy="18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78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(프린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3" y="2920181"/>
            <a:ext cx="10363200" cy="632706"/>
          </a:xfrm>
        </p:spPr>
        <p:txBody>
          <a:bodyPr lIns="36000" tIns="36000" rIns="36000" bIns="0" anchor="b">
            <a:normAutofit/>
          </a:bodyPr>
          <a:lstStyle>
            <a:lvl1pPr algn="ctr">
              <a:defRPr sz="3931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제목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1" y="3619736"/>
            <a:ext cx="9144000" cy="161750"/>
          </a:xfrm>
        </p:spPr>
        <p:txBody>
          <a:bodyPr lIns="36000" tIns="0" rIns="36000" bIns="36000">
            <a:noAutofit/>
          </a:bodyPr>
          <a:lstStyle>
            <a:lvl1pPr marL="0" indent="0" algn="ctr">
              <a:buNone/>
              <a:defRPr sz="1572" b="1" spc="295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449316" indent="0" algn="ctr">
              <a:buNone/>
              <a:defRPr sz="1966"/>
            </a:lvl2pPr>
            <a:lvl3pPr marL="898631" indent="0" algn="ctr">
              <a:buNone/>
              <a:defRPr sz="1769"/>
            </a:lvl3pPr>
            <a:lvl4pPr marL="1347947" indent="0" algn="ctr">
              <a:buNone/>
              <a:defRPr sz="1572"/>
            </a:lvl4pPr>
            <a:lvl5pPr marL="1797263" indent="0" algn="ctr">
              <a:buNone/>
              <a:defRPr sz="1572"/>
            </a:lvl5pPr>
            <a:lvl6pPr marL="2246579" indent="0" algn="ctr">
              <a:buNone/>
              <a:defRPr sz="1572"/>
            </a:lvl6pPr>
            <a:lvl7pPr marL="2695894" indent="0" algn="ctr">
              <a:buNone/>
              <a:defRPr sz="1572"/>
            </a:lvl7pPr>
            <a:lvl8pPr marL="3145210" indent="0" algn="ctr">
              <a:buNone/>
              <a:defRPr sz="1572"/>
            </a:lvl8pPr>
            <a:lvl9pPr marL="3594525" indent="0" algn="ctr">
              <a:buNone/>
              <a:defRPr sz="1572"/>
            </a:lvl9pPr>
          </a:lstStyle>
          <a:p>
            <a:r>
              <a:rPr lang="en-US" altLang="ko-KR"/>
              <a:t>25.00.00</a:t>
            </a:r>
          </a:p>
        </p:txBody>
      </p:sp>
      <p:pic>
        <p:nvPicPr>
          <p:cNvPr id="12" name="그림 11" descr="그래픽, 폰트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EBF7651-8ABB-67E7-BA7B-C8845DD007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227" y="6569138"/>
            <a:ext cx="1368877" cy="19182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D86DED4-3CA3-0536-1EDF-214B49C8757B}"/>
              </a:ext>
            </a:extLst>
          </p:cNvPr>
          <p:cNvCxnSpPr>
            <a:cxnSpLocks/>
          </p:cNvCxnSpPr>
          <p:nvPr userDrawn="1"/>
        </p:nvCxnSpPr>
        <p:spPr>
          <a:xfrm>
            <a:off x="1509551" y="3552887"/>
            <a:ext cx="9172906" cy="0"/>
          </a:xfrm>
          <a:prstGeom prst="line">
            <a:avLst/>
          </a:prstGeom>
          <a:ln w="6350">
            <a:gradFill flip="none" rotWithShape="1">
              <a:gsLst>
                <a:gs pos="80000">
                  <a:schemeClr val="tx1">
                    <a:lumMod val="75000"/>
                    <a:lumOff val="25000"/>
                  </a:schemeClr>
                </a:gs>
                <a:gs pos="20000">
                  <a:schemeClr val="tx1">
                    <a:lumMod val="75000"/>
                    <a:lumOff val="25000"/>
                  </a:schemeClr>
                </a:gs>
                <a:gs pos="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F21E8EF-DF05-D132-C1A1-0FB7974EBEEB}"/>
              </a:ext>
            </a:extLst>
          </p:cNvPr>
          <p:cNvSpPr txBox="1"/>
          <p:nvPr userDrawn="1"/>
        </p:nvSpPr>
        <p:spPr>
          <a:xfrm>
            <a:off x="172899" y="6538477"/>
            <a:ext cx="2100333" cy="252913"/>
          </a:xfrm>
          <a:prstGeom prst="rect">
            <a:avLst/>
          </a:prstGeom>
          <a:noFill/>
        </p:spPr>
        <p:txBody>
          <a:bodyPr wrap="square" lIns="35381" tIns="35381" rIns="35381" bIns="35381" rtlCol="0" anchor="ctr">
            <a:spAutoFit/>
          </a:bodyPr>
          <a:lstStyle/>
          <a:p>
            <a:pPr algn="l"/>
            <a:r>
              <a:rPr lang="ko-KR" altLang="en-US" sz="1179" b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전동화사업부</a:t>
            </a:r>
          </a:p>
        </p:txBody>
      </p:sp>
    </p:spTree>
    <p:extLst>
      <p:ext uri="{BB962C8B-B14F-4D97-AF65-F5344CB8AC3E}">
        <p14:creationId xmlns:p14="http://schemas.microsoft.com/office/powerpoint/2010/main" val="1958712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1(프린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>
            <a:extLst>
              <a:ext uri="{FF2B5EF4-FFF2-40B4-BE49-F238E27FC236}">
                <a16:creationId xmlns:a16="http://schemas.microsoft.com/office/drawing/2014/main" id="{BDD17969-1DD1-76F2-67D9-034ADAA869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77510" y="6587702"/>
            <a:ext cx="28448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latinLnBrk="0" hangingPunct="0">
              <a:buFont typeface="Wingdings" pitchFamily="2" charset="2"/>
              <a:buNone/>
              <a:defRPr kumimoji="0" sz="1032" b="0">
                <a:solidFill>
                  <a:srgbClr val="080808"/>
                </a:solidFill>
                <a:latin typeface="Noto Sans KR Light" panose="020B0200000000000000" pitchFamily="50" charset="-127"/>
                <a:ea typeface="돋움" pitchFamily="50" charset="-127"/>
                <a:cs typeface="Arial" pitchFamily="34" charset="0"/>
              </a:defRPr>
            </a:lvl1pPr>
          </a:lstStyle>
          <a:p>
            <a:pPr>
              <a:defRPr/>
            </a:pPr>
            <a:fld id="{5926556F-76A3-4143-906C-5017C401F288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cxnSp>
        <p:nvCxnSpPr>
          <p:cNvPr id="4" name="직선 연결선 2">
            <a:extLst>
              <a:ext uri="{FF2B5EF4-FFF2-40B4-BE49-F238E27FC236}">
                <a16:creationId xmlns:a16="http://schemas.microsoft.com/office/drawing/2014/main" id="{4DDB7F78-676B-EDDD-4456-09653D726801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1" y="468703"/>
            <a:ext cx="11348544" cy="0"/>
          </a:xfrm>
          <a:prstGeom prst="line">
            <a:avLst/>
          </a:prstGeom>
          <a:noFill/>
          <a:ln w="12700" algn="ctr">
            <a:gradFill flip="none" rotWithShape="1">
              <a:gsLst>
                <a:gs pos="0">
                  <a:srgbClr val="003377"/>
                </a:gs>
                <a:gs pos="10000">
                  <a:srgbClr val="003377"/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1080000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6FEEBA5-1A74-2937-E863-2CCED5843E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" y="0"/>
            <a:ext cx="10363200" cy="468702"/>
          </a:xfrm>
        </p:spPr>
        <p:txBody>
          <a:bodyPr lIns="216000" tIns="72000" rIns="36000" bIns="0" anchor="ctr">
            <a:noAutofit/>
          </a:bodyPr>
          <a:lstStyle>
            <a:lvl1pPr algn="l">
              <a:defRPr sz="2359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제목</a:t>
            </a:r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1B4C383-FD75-4AAE-F67F-86F25BEA39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815" y="287810"/>
            <a:ext cx="429765" cy="18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8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(프린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3" y="2920181"/>
            <a:ext cx="10363200" cy="632706"/>
          </a:xfrm>
        </p:spPr>
        <p:txBody>
          <a:bodyPr lIns="36000" tIns="36000" rIns="36000" bIns="0" anchor="b">
            <a:normAutofit/>
          </a:bodyPr>
          <a:lstStyle>
            <a:lvl1pPr algn="ctr">
              <a:defRPr sz="314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en-US"/>
          </a:p>
        </p:txBody>
      </p:sp>
      <p:pic>
        <p:nvPicPr>
          <p:cNvPr id="12" name="그림 11" descr="그래픽, 폰트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EBF7651-8ABB-67E7-BA7B-C8845DD007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563" y="6569138"/>
            <a:ext cx="1368877" cy="19182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D86DED4-3CA3-0536-1EDF-214B49C8757B}"/>
              </a:ext>
            </a:extLst>
          </p:cNvPr>
          <p:cNvCxnSpPr>
            <a:cxnSpLocks/>
          </p:cNvCxnSpPr>
          <p:nvPr userDrawn="1"/>
        </p:nvCxnSpPr>
        <p:spPr>
          <a:xfrm>
            <a:off x="1509551" y="3552887"/>
            <a:ext cx="9172906" cy="0"/>
          </a:xfrm>
          <a:prstGeom prst="line">
            <a:avLst/>
          </a:prstGeom>
          <a:ln w="6350">
            <a:gradFill flip="none" rotWithShape="1">
              <a:gsLst>
                <a:gs pos="80000">
                  <a:schemeClr val="tx1">
                    <a:lumMod val="75000"/>
                    <a:lumOff val="25000"/>
                  </a:schemeClr>
                </a:gs>
                <a:gs pos="20000">
                  <a:schemeClr val="tx1">
                    <a:lumMod val="75000"/>
                    <a:lumOff val="25000"/>
                  </a:schemeClr>
                </a:gs>
                <a:gs pos="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515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(스크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케치, 그림, 라인 아트, 선그림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81776ED-94E8-D928-EF42-96CB439373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3" y="1303758"/>
            <a:ext cx="10363200" cy="632706"/>
          </a:xfrm>
        </p:spPr>
        <p:txBody>
          <a:bodyPr lIns="36000" tIns="36000" rIns="36000" bIns="0" anchor="b">
            <a:normAutofit/>
          </a:bodyPr>
          <a:lstStyle>
            <a:lvl1pPr algn="ctr">
              <a:defRPr sz="2359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59815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마무리(스크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3B755D0-2681-F6D8-C820-5E0EA1D038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3" y="2920181"/>
            <a:ext cx="10363200" cy="632706"/>
          </a:xfrm>
        </p:spPr>
        <p:txBody>
          <a:bodyPr lIns="36000" tIns="36000" rIns="36000" bIns="0" anchor="b">
            <a:normAutofit/>
          </a:bodyPr>
          <a:lstStyle>
            <a:lvl1pPr algn="ctr">
              <a:defRPr sz="314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en-US"/>
          </a:p>
        </p:txBody>
      </p:sp>
      <p:pic>
        <p:nvPicPr>
          <p:cNvPr id="12" name="그림 11" descr="그래픽, 폰트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EBF7651-8ABB-67E7-BA7B-C8845DD007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563" y="6569138"/>
            <a:ext cx="1368877" cy="19182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D86DED4-3CA3-0536-1EDF-214B49C8757B}"/>
              </a:ext>
            </a:extLst>
          </p:cNvPr>
          <p:cNvCxnSpPr>
            <a:cxnSpLocks/>
          </p:cNvCxnSpPr>
          <p:nvPr userDrawn="1"/>
        </p:nvCxnSpPr>
        <p:spPr>
          <a:xfrm>
            <a:off x="1509551" y="3552887"/>
            <a:ext cx="9172906" cy="0"/>
          </a:xfrm>
          <a:prstGeom prst="line">
            <a:avLst/>
          </a:prstGeom>
          <a:ln w="6350">
            <a:gradFill flip="none" rotWithShape="1">
              <a:gsLst>
                <a:gs pos="80000">
                  <a:schemeClr val="tx1">
                    <a:lumMod val="75000"/>
                    <a:lumOff val="25000"/>
                  </a:schemeClr>
                </a:gs>
                <a:gs pos="20000">
                  <a:schemeClr val="tx1">
                    <a:lumMod val="75000"/>
                    <a:lumOff val="25000"/>
                  </a:schemeClr>
                </a:gs>
                <a:gs pos="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449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3C66D59-CBEB-0E4A-810B-AC11EDED3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153" y="180006"/>
            <a:ext cx="11564308" cy="68210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sp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F9FC47-B408-67D4-3D1D-E90EED40C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53" y="792002"/>
            <a:ext cx="11564308" cy="460502"/>
          </a:xfrm>
          <a:prstGeom prst="rect">
            <a:avLst/>
          </a:prstGeom>
        </p:spPr>
        <p:txBody>
          <a:bodyPr vert="horz" lIns="108000" tIns="36000" rIns="108000" bIns="36000" rtlCol="0">
            <a:sp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A22825E-DFB0-F33F-EB46-C1D1D7F8096E}"/>
              </a:ext>
            </a:extLst>
          </p:cNvPr>
          <p:cNvCxnSpPr/>
          <p:nvPr userDrawn="1"/>
        </p:nvCxnSpPr>
        <p:spPr>
          <a:xfrm>
            <a:off x="310153" y="612000"/>
            <a:ext cx="115643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369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(스크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9D78C89-A8B2-1AF4-D97C-6943F9CED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3" y="2789552"/>
            <a:ext cx="10363200" cy="632706"/>
          </a:xfrm>
        </p:spPr>
        <p:txBody>
          <a:bodyPr lIns="36000" tIns="36000" rIns="36000" bIns="0" anchor="b">
            <a:normAutofit/>
          </a:bodyPr>
          <a:lstStyle>
            <a:lvl1pPr algn="ctr">
              <a:defRPr sz="3931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/>
              <a:t>제목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1" y="3489107"/>
            <a:ext cx="9144000" cy="161750"/>
          </a:xfrm>
        </p:spPr>
        <p:txBody>
          <a:bodyPr lIns="36000" tIns="0" rIns="36000" bIns="36000">
            <a:noAutofit/>
          </a:bodyPr>
          <a:lstStyle>
            <a:lvl1pPr marL="0" indent="0" algn="ctr">
              <a:buNone/>
              <a:defRPr sz="1572" b="1" spc="295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449316" indent="0" algn="ctr">
              <a:buNone/>
              <a:defRPr sz="1966"/>
            </a:lvl2pPr>
            <a:lvl3pPr marL="898631" indent="0" algn="ctr">
              <a:buNone/>
              <a:defRPr sz="1769"/>
            </a:lvl3pPr>
            <a:lvl4pPr marL="1347947" indent="0" algn="ctr">
              <a:buNone/>
              <a:defRPr sz="1572"/>
            </a:lvl4pPr>
            <a:lvl5pPr marL="1797263" indent="0" algn="ctr">
              <a:buNone/>
              <a:defRPr sz="1572"/>
            </a:lvl5pPr>
            <a:lvl6pPr marL="2246579" indent="0" algn="ctr">
              <a:buNone/>
              <a:defRPr sz="1572"/>
            </a:lvl6pPr>
            <a:lvl7pPr marL="2695894" indent="0" algn="ctr">
              <a:buNone/>
              <a:defRPr sz="1572"/>
            </a:lvl7pPr>
            <a:lvl8pPr marL="3145210" indent="0" algn="ctr">
              <a:buNone/>
              <a:defRPr sz="1572"/>
            </a:lvl8pPr>
            <a:lvl9pPr marL="3594525" indent="0" algn="ctr">
              <a:buNone/>
              <a:defRPr sz="1572"/>
            </a:lvl9pPr>
          </a:lstStyle>
          <a:p>
            <a:r>
              <a:rPr lang="en-US" altLang="ko-KR"/>
              <a:t>25.00.00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D86DED4-3CA3-0536-1EDF-214B49C8757B}"/>
              </a:ext>
            </a:extLst>
          </p:cNvPr>
          <p:cNvCxnSpPr>
            <a:cxnSpLocks/>
          </p:cNvCxnSpPr>
          <p:nvPr userDrawn="1"/>
        </p:nvCxnSpPr>
        <p:spPr>
          <a:xfrm>
            <a:off x="1509551" y="3422258"/>
            <a:ext cx="9172906" cy="0"/>
          </a:xfrm>
          <a:prstGeom prst="line">
            <a:avLst/>
          </a:prstGeom>
          <a:ln w="6350">
            <a:gradFill flip="none" rotWithShape="1">
              <a:gsLst>
                <a:gs pos="80000">
                  <a:schemeClr val="tx1">
                    <a:lumMod val="75000"/>
                    <a:lumOff val="25000"/>
                  </a:schemeClr>
                </a:gs>
                <a:gs pos="20000">
                  <a:schemeClr val="tx1">
                    <a:lumMod val="75000"/>
                    <a:lumOff val="25000"/>
                  </a:schemeClr>
                </a:gs>
                <a:gs pos="0">
                  <a:schemeClr val="tx1">
                    <a:lumMod val="75000"/>
                    <a:lumOff val="25000"/>
                    <a:alpha val="0"/>
                  </a:schemeClr>
                </a:gs>
                <a:gs pos="100000">
                  <a:schemeClr val="tx1">
                    <a:lumMod val="75000"/>
                    <a:lumOff val="25000"/>
                    <a:alpha val="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그래픽, 폰트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0465EF8-98BA-C8B7-E1FF-EBAE9B332B3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4541" y="6569020"/>
            <a:ext cx="1151960" cy="1918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8DF484-FF1F-AADC-DA20-E9ABB747C387}"/>
              </a:ext>
            </a:extLst>
          </p:cNvPr>
          <p:cNvSpPr txBox="1"/>
          <p:nvPr userDrawn="1"/>
        </p:nvSpPr>
        <p:spPr>
          <a:xfrm>
            <a:off x="145499" y="6536246"/>
            <a:ext cx="1767507" cy="257369"/>
          </a:xfrm>
          <a:prstGeom prst="rect">
            <a:avLst/>
          </a:prstGeom>
          <a:noFill/>
        </p:spPr>
        <p:txBody>
          <a:bodyPr wrap="square" lIns="35381" tIns="35381" rIns="35381" bIns="35381" rtlCol="0" anchor="ctr">
            <a:spAutoFit/>
          </a:bodyPr>
          <a:lstStyle/>
          <a:p>
            <a:pPr algn="l"/>
            <a:r>
              <a:rPr lang="ko-KR" altLang="en-US" sz="1200" b="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전동화사업부</a:t>
            </a:r>
          </a:p>
        </p:txBody>
      </p:sp>
    </p:spTree>
    <p:extLst>
      <p:ext uri="{BB962C8B-B14F-4D97-AF65-F5344CB8AC3E}">
        <p14:creationId xmlns:p14="http://schemas.microsoft.com/office/powerpoint/2010/main" val="1728912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89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51" r:id="rId2"/>
    <p:sldLayoutId id="2147483674" r:id="rId3"/>
    <p:sldLayoutId id="2147483676" r:id="rId4"/>
    <p:sldLayoutId id="2147483677" r:id="rId5"/>
    <p:sldLayoutId id="2147483679" r:id="rId6"/>
    <p:sldLayoutId id="2147483681" r:id="rId7"/>
    <p:sldLayoutId id="2147483735" r:id="rId8"/>
    <p:sldLayoutId id="2147483752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bbd9689-9d27-4751-8a97-b724f7a33b0f" xsi:nil="true"/>
    <lcf76f155ced4ddcb4097134ff3c332f xmlns="9859b8a9-7f3a-4873-ad50-d1d9d02f935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54E366D71E8784B8283C5D97D523A06" ma:contentTypeVersion="15" ma:contentTypeDescription="새 문서를 만듭니다." ma:contentTypeScope="" ma:versionID="0da1c06e4d5e251f6d20b43d3f64139c">
  <xsd:schema xmlns:xsd="http://www.w3.org/2001/XMLSchema" xmlns:xs="http://www.w3.org/2001/XMLSchema" xmlns:p="http://schemas.microsoft.com/office/2006/metadata/properties" xmlns:ns2="9859b8a9-7f3a-4873-ad50-d1d9d02f9359" xmlns:ns3="6bbd9689-9d27-4751-8a97-b724f7a33b0f" targetNamespace="http://schemas.microsoft.com/office/2006/metadata/properties" ma:root="true" ma:fieldsID="fa2ad5956fa6659aab98342eed9ed421" ns2:_="" ns3:_="">
    <xsd:import namespace="9859b8a9-7f3a-4873-ad50-d1d9d02f9359"/>
    <xsd:import namespace="6bbd9689-9d27-4751-8a97-b724f7a33b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59b8a9-7f3a-4873-ad50-d1d9d02f93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0091437b-2ef1-4d11-9086-0c605ce2745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bd9689-9d27-4751-8a97-b724f7a33b0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d8f080c-18f9-445c-9d0d-19f2e088613f}" ma:internalName="TaxCatchAll" ma:showField="CatchAllData" ma:web="6bbd9689-9d27-4751-8a97-b724f7a33b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D75114-295B-4A5A-A762-F8161384E795}">
  <ds:schemaRefs>
    <ds:schemaRef ds:uri="http://schemas.microsoft.com/office/infopath/2007/PartnerControls"/>
    <ds:schemaRef ds:uri="6bbd9689-9d27-4751-8a97-b724f7a33b0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9859b8a9-7f3a-4873-ad50-d1d9d02f9359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FE005BD-9283-419B-B119-5251DA539FD5}">
  <ds:schemaRefs>
    <ds:schemaRef ds:uri="6bbd9689-9d27-4751-8a97-b724f7a33b0f"/>
    <ds:schemaRef ds:uri="9859b8a9-7f3a-4873-ad50-d1d9d02f93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508CDC8-C3DE-400D-ABBC-7823946DD97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c3e313d-adbc-460d-92e1-b20580541235}" enabled="1" method="Privileged" siteId="{f8cedb79-e3e0-481e-be04-2a5cc79f6b1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6898</TotalTime>
  <Words>3709</Words>
  <Application>Microsoft Office PowerPoint</Application>
  <PresentationFormat>와이드스크린</PresentationFormat>
  <Paragraphs>1073</Paragraphs>
  <Slides>16</Slides>
  <Notes>4</Notes>
  <HiddenSlides>0</HiddenSlides>
  <MMClips>14</MMClips>
  <ScaleCrop>false</ScaleCrop>
  <HeadingPairs>
    <vt:vector size="10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16</vt:i4>
      </vt:variant>
      <vt:variant>
        <vt:lpstr>재구성한 쇼</vt:lpstr>
      </vt:variant>
      <vt:variant>
        <vt:i4>2</vt:i4>
      </vt:variant>
    </vt:vector>
  </HeadingPairs>
  <TitlesOfParts>
    <vt:vector size="35" baseType="lpstr">
      <vt:lpstr>Microsoft GothicNeo</vt:lpstr>
      <vt:lpstr>Microsoft GothicNeo Light</vt:lpstr>
      <vt:lpstr>Noto Sans KR</vt:lpstr>
      <vt:lpstr>Noto Sans KR Light</vt:lpstr>
      <vt:lpstr>Pretendard</vt:lpstr>
      <vt:lpstr>맑은 고딕</vt:lpstr>
      <vt:lpstr>맑은 고딕</vt:lpstr>
      <vt:lpstr>휴먼모음T</vt:lpstr>
      <vt:lpstr>Aptos</vt:lpstr>
      <vt:lpstr>Aptos Display</vt:lpstr>
      <vt:lpstr>Arial</vt:lpstr>
      <vt:lpstr>Calibri</vt:lpstr>
      <vt:lpstr>Cambria</vt:lpstr>
      <vt:lpstr>Wingdings</vt:lpstr>
      <vt:lpstr>현대하모니 M</vt:lpstr>
      <vt:lpstr>Office 테마</vt:lpstr>
      <vt:lpstr>Presentation</vt:lpstr>
      <vt:lpstr>로보틱스 비즈니스 방향성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1.고객NDA관리체계</vt:lpstr>
      <vt:lpstr>2.로봇대외소통운영체계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Jeongmin Ma(마정민)[Actuating Control Engineering 2 Team]</dc:creator>
  <cp:lastModifiedBy>Jihoon Yang(양지훈)[Robotics Lab]</cp:lastModifiedBy>
  <cp:revision>570</cp:revision>
  <cp:lastPrinted>2026-07-24T09:05:57Z</cp:lastPrinted>
  <dcterms:created xsi:type="dcterms:W3CDTF">2025-04-23T01:17:11Z</dcterms:created>
  <dcterms:modified xsi:type="dcterms:W3CDTF">2026-09-02T05:28:14Z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0x010100454E366D71E8784B8283C5D97D523A06</vt:lpwstr>
  </property>
  <property fmtid="{D5CDD505-2E9C-101B-9397-08002B2CF9AE}" pid="3" name="MediaServiceImageTags">
    <vt:lpwstr/>
  </property>
</Properties>
</file>